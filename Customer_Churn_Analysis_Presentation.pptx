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80" d="100"/>
          <a:sy n="80" d="100"/>
        </p:scale>
        <p:origin x="1522" y="5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7/3/2025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95412"/>
            <a:ext cx="7772400" cy="1470025"/>
          </a:xfrm>
        </p:spPr>
        <p:txBody>
          <a:bodyPr/>
          <a:lstStyle/>
          <a:p>
            <a:r>
              <a:rPr i="1" dirty="0"/>
              <a:t>Improving Customer Experience through Root Cause Analysis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>
            <a:normAutofit/>
          </a:bodyPr>
          <a:lstStyle/>
          <a:p>
            <a:r>
              <a:rPr sz="2000" b="1" i="1" dirty="0"/>
              <a:t>Customer Churn Analysis Project</a:t>
            </a:r>
          </a:p>
          <a:p>
            <a:r>
              <a:rPr sz="2000" b="1" i="1" dirty="0"/>
              <a:t>By: Samyak Pratap Shah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Objective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sz="2400" dirty="0"/>
              <a:t>Identify the key reasons customers leave (churn).</a:t>
            </a:r>
          </a:p>
          <a:p>
            <a:r>
              <a:rPr sz="2400" dirty="0"/>
              <a:t>Use data to reduce churn and improve customer retention.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Why It Matters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dirty="0"/>
          </a:p>
          <a:p>
            <a:r>
              <a:rPr dirty="0"/>
              <a:t>Subscription businesses lose revenue when customers leave.</a:t>
            </a:r>
          </a:p>
          <a:p>
            <a:r>
              <a:rPr dirty="0"/>
              <a:t>Reducing churn means higher profit and loyalty.</a:t>
            </a:r>
          </a:p>
          <a:p>
            <a:r>
              <a:rPr dirty="0"/>
              <a:t>We aim to uncover the root causes using data.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Tools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Power BI – for dashboarding and trend visuals.</a:t>
            </a:r>
          </a:p>
          <a:p>
            <a:r>
              <a:t>Python – for data processing, model building, and predictive analytics.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correlation_heatmap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638"/>
            <a:ext cx="4962524" cy="4135437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Correlation Heatmap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29174" y="1495426"/>
            <a:ext cx="3857625" cy="4630738"/>
          </a:xfrm>
        </p:spPr>
        <p:txBody>
          <a:bodyPr>
            <a:normAutofit/>
          </a:bodyPr>
          <a:lstStyle/>
          <a:p>
            <a:endParaRPr sz="2400" dirty="0"/>
          </a:p>
          <a:p>
            <a:r>
              <a:rPr sz="2400" dirty="0"/>
              <a:t>Shows relationships between variables.</a:t>
            </a:r>
          </a:p>
          <a:p>
            <a:r>
              <a:rPr sz="2400" dirty="0"/>
              <a:t>Contract type, tenure, and internet service show strong correlation with churn.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Feature Importance - Logistic Regression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Highlights top drivers of churn.</a:t>
            </a:r>
          </a:p>
          <a:p>
            <a:r>
              <a:t>Month-to-month contracts and fiber internet increase churn risk.</a:t>
            </a:r>
          </a:p>
        </p:txBody>
      </p:sp>
      <p:pic>
        <p:nvPicPr>
          <p:cNvPr id="4" name="Picture 3" descr="logistic_feature_importanc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23925" y="3766185"/>
            <a:ext cx="7296150" cy="298323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roc_curv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2900" y="1991518"/>
            <a:ext cx="4991100" cy="3743325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ROC Curve &amp; AUC Score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10124" y="1828800"/>
            <a:ext cx="3876675" cy="4297363"/>
          </a:xfrm>
        </p:spPr>
        <p:txBody>
          <a:bodyPr/>
          <a:lstStyle/>
          <a:p>
            <a:endParaRPr dirty="0"/>
          </a:p>
          <a:p>
            <a:r>
              <a:rPr dirty="0"/>
              <a:t>AUC = 0.83 – strong model performance.</a:t>
            </a:r>
          </a:p>
          <a:p>
            <a:r>
              <a:rPr dirty="0"/>
              <a:t>Model effectively predicts churn vs. retention.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Power BI Dashboard Snapshot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962025"/>
            <a:ext cx="8229600" cy="1495425"/>
          </a:xfrm>
        </p:spPr>
        <p:txBody>
          <a:bodyPr>
            <a:normAutofit/>
          </a:bodyPr>
          <a:lstStyle/>
          <a:p>
            <a:endParaRPr sz="1800" dirty="0"/>
          </a:p>
          <a:p>
            <a:r>
              <a:rPr sz="1800" dirty="0"/>
              <a:t>Shows churn breakdown by contract, tenure, and services.</a:t>
            </a:r>
          </a:p>
        </p:txBody>
      </p:sp>
      <p:pic>
        <p:nvPicPr>
          <p:cNvPr id="4" name="Picture 3" descr="f27ff229-e204-4c59-b20d-26d3d49d6f1b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69053" y="1709737"/>
            <a:ext cx="8805893" cy="4849812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Model Comparison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Logistic Regression AUC: 0.8318</a:t>
            </a:r>
          </a:p>
          <a:p>
            <a:r>
              <a:t>Random Forest AUC: 0.8457</a:t>
            </a:r>
          </a:p>
          <a:p>
            <a:r>
              <a:t>Both models perform well; Random Forest is slightly better.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Recommendations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Incentivize long-term contracts to reduce churn.</a:t>
            </a:r>
          </a:p>
          <a:p>
            <a:r>
              <a:t>Improve service for fiber optic users.</a:t>
            </a:r>
          </a:p>
          <a:p>
            <a:r>
              <a:t>Expand access to technical support.</a:t>
            </a:r>
          </a:p>
          <a:p>
            <a:r>
              <a:t>Enhance onboarding for new users.</a:t>
            </a:r>
          </a:p>
          <a:p>
            <a:r>
              <a:t>Promote easier, auto-payment methods.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/>
          </a:p>
          <a:p>
            <a:r>
              <a:t>Python and Power BI helped visualize and predict churn.</a:t>
            </a:r>
          </a:p>
          <a:p>
            <a:r>
              <a:t>Clear drivers of churn identified.</a:t>
            </a:r>
          </a:p>
          <a:p>
            <a:r>
              <a:t>Actionable steps now available to reduce churn and improve customer satisfaction.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Thank You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253</Words>
  <Application>Microsoft Office PowerPoint</Application>
  <PresentationFormat>On-screen Show (4:3)</PresentationFormat>
  <Paragraphs>48</Paragraphs>
  <Slides>12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12</vt:i4>
      </vt:variant>
    </vt:vector>
  </HeadingPairs>
  <TitlesOfParts>
    <vt:vector size="15" baseType="lpstr">
      <vt:lpstr>Arial</vt:lpstr>
      <vt:lpstr>Calibri</vt:lpstr>
      <vt:lpstr>Office Theme</vt:lpstr>
      <vt:lpstr>Improving Customer Experience through Root Cause Analysis</vt:lpstr>
      <vt:lpstr>Objective</vt:lpstr>
      <vt:lpstr>Why It Matters</vt:lpstr>
      <vt:lpstr>Tools Used</vt:lpstr>
      <vt:lpstr>Correlation Heatmap</vt:lpstr>
      <vt:lpstr>Feature Importance - Logistic Regression</vt:lpstr>
      <vt:lpstr>ROC Curve &amp; AUC Score</vt:lpstr>
      <vt:lpstr>Power BI Dashboard Snapshot</vt:lpstr>
      <vt:lpstr>Model Comparison</vt:lpstr>
      <vt:lpstr>Recommendations</vt:lpstr>
      <vt:lpstr>Conclusion</vt:lpstr>
      <vt:lpstr>Thank You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Samyak Shah</dc:creator>
  <cp:keywords/>
  <dc:description>generated using python-pptx</dc:description>
  <cp:lastModifiedBy>Samyak Shah</cp:lastModifiedBy>
  <cp:revision>2</cp:revision>
  <dcterms:created xsi:type="dcterms:W3CDTF">2013-01-27T09:14:16Z</dcterms:created>
  <dcterms:modified xsi:type="dcterms:W3CDTF">2025-07-03T11:28:59Z</dcterms:modified>
  <cp:category/>
</cp:coreProperties>
</file>